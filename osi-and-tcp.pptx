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3" d="100"/>
          <a:sy n="83" d="100"/>
        </p:scale>
        <p:origin x="3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02AAA-CE16-0891-19DF-EDF167C51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F1B6A8-59D0-0F3C-159C-A0E2538E3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F81C7-63EC-7E37-2B2E-4A61E127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FB24-5692-446C-9A79-69C2FA1FDF2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12189D-44C4-5628-22EC-CE28069A4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B259DD-2B3E-44A5-143D-005DED6C8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8462-2B9C-48D8-B983-74A7677D5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097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888DFB-CF1E-6677-BBCC-D7566D07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81DB57-EA63-5C94-F6D9-00177A1BB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634978-2C66-7355-6D93-83177081D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FB24-5692-446C-9A79-69C2FA1FDF2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A38CA8-FFBF-F81D-3F42-E04212B86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0B584B-0997-F88C-D90F-AF299CF2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8462-2B9C-48D8-B983-74A7677D5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93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40F5E-591F-E9BB-0FBC-E9EE32ACB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F137B7-2D20-5241-8E91-392D04D61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95BCB0-C33F-2869-6263-A9214629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FB24-5692-446C-9A79-69C2FA1FDF2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33E9B2-FCF4-6CEF-6E40-21E7A2F7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461C7-83D1-3372-E766-39A7F578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8462-2B9C-48D8-B983-74A7677D5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723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98178-5EF1-B248-583C-3B43B37C6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62891D-9EEC-33B7-27F9-10559017D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4A85D0-1AEF-470C-BE6D-F470C48F1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A2C40-5791-F93D-65C7-AA455BBD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FB24-5692-446C-9A79-69C2FA1FDF2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067D4D-0B19-B121-88B8-7ED1D1A77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895131-C89F-6B9B-2BE8-447B60ED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8462-2B9C-48D8-B983-74A7677D5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736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4B7DE-D5B1-BD5A-7FB7-56A4B59D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2BFE04-4C58-B4AE-D5A4-3760891DC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414EC1-048D-0D0F-DD57-C2C9289B9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9813EB-42EB-6F35-441A-9F904F06E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C885996-85C1-EE02-FCAA-439824002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A5FC7A-FC61-7E3B-F6EC-EAB65233B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FB24-5692-446C-9A79-69C2FA1FDF2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F3DB666-7AA0-CB49-45E1-8F9EF4264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BB9B41-2CDC-32AA-BE02-8D822321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8462-2B9C-48D8-B983-74A7677D5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623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6BC81-E07B-4E7B-3878-8FB31B47A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112A48-6267-FE4D-2AA6-9BF3C892D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FB24-5692-446C-9A79-69C2FA1FDF2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0482C9-D078-CE1C-25F8-D60972A4E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F422C7-1394-1E58-EBE2-9757AF75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8462-2B9C-48D8-B983-74A7677D5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858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1A90B2-6CF3-3784-26EA-8FB8246B2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FB24-5692-446C-9A79-69C2FA1FDF2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757ABC8-3663-4096-3C4F-C0476631A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CA7C9B-1138-0E02-99C3-C2EFB399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8462-2B9C-48D8-B983-74A7677D5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33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F02CB7-88B8-BE09-23BC-9566BCCEE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E84A76-88BF-C2F0-7197-61AD780D2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5F980B-4ADC-8093-3C85-629DA2619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4BFE93-185D-CE71-8801-64C270FE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FB24-5692-446C-9A79-69C2FA1FDF2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017057-E08E-48B9-9C0B-55D2D04A3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5D04A-2624-0F27-7723-761BD145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8462-2B9C-48D8-B983-74A7677D5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937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AAFFD-7D84-00C8-2380-343CE825D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A39A8CA-8F51-4B06-E520-466D61E31F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04B56F-87F3-02B5-B00D-5BE359AFD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5D5DA0-3728-6082-1D3A-F1EB06094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FB24-5692-446C-9A79-69C2FA1FDF2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2ADBEE-C20A-6C21-126E-99089E639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5C8EB0-AE3A-21C1-8DEF-7FC06343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8462-2B9C-48D8-B983-74A7677D5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0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B97F2-520F-51AE-4F60-95C38F19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44FA46-9418-6DF1-9DCA-6019D97E4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EF09D3-CBD2-9A97-FC7E-79F2B9993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FB24-5692-446C-9A79-69C2FA1FDF2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0256B1-A5C4-AB2D-1FA3-679DA6F0E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0B0C0C-7803-AB64-B687-43AD0154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8462-2B9C-48D8-B983-74A7677D5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22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190571-449C-F125-D6B1-92445BB33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22D508-60C1-F8D5-90F7-718E6FE68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ED98A0-0102-4067-5DEE-C35D3DA82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FB24-5692-446C-9A79-69C2FA1FDF2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66617A-F443-93C2-A61D-78A47AD2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FD131A-B8E5-462F-8921-DFE6484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8462-2B9C-48D8-B983-74A7677D5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71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D507C39-3E88-1526-75BD-4630C46F6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9CF6A2-964C-2F6B-B8F5-51001FD73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408426-73D1-0B90-46C7-6FDA302BF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1FB24-5692-446C-9A79-69C2FA1FDF2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7AB7A5-6FC3-9152-33FC-5809CFD23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8B00BA-6A2F-D88D-0D9D-27E0DCB7C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F8462-2B9C-48D8-B983-74A7677D5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95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0C55150-F3F3-9E9C-9AB9-DA13F65F1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358842"/>
              </p:ext>
            </p:extLst>
          </p:nvPr>
        </p:nvGraphicFramePr>
        <p:xfrm>
          <a:off x="-1" y="0"/>
          <a:ext cx="12358775" cy="6834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755">
                  <a:extLst>
                    <a:ext uri="{9D8B030D-6E8A-4147-A177-3AD203B41FA5}">
                      <a16:colId xmlns:a16="http://schemas.microsoft.com/office/drawing/2014/main" val="946412890"/>
                    </a:ext>
                  </a:extLst>
                </a:gridCol>
                <a:gridCol w="2471755">
                  <a:extLst>
                    <a:ext uri="{9D8B030D-6E8A-4147-A177-3AD203B41FA5}">
                      <a16:colId xmlns:a16="http://schemas.microsoft.com/office/drawing/2014/main" val="4288606115"/>
                    </a:ext>
                  </a:extLst>
                </a:gridCol>
                <a:gridCol w="2471755">
                  <a:extLst>
                    <a:ext uri="{9D8B030D-6E8A-4147-A177-3AD203B41FA5}">
                      <a16:colId xmlns:a16="http://schemas.microsoft.com/office/drawing/2014/main" val="3687080163"/>
                    </a:ext>
                  </a:extLst>
                </a:gridCol>
                <a:gridCol w="2079544">
                  <a:extLst>
                    <a:ext uri="{9D8B030D-6E8A-4147-A177-3AD203B41FA5}">
                      <a16:colId xmlns:a16="http://schemas.microsoft.com/office/drawing/2014/main" val="3112073048"/>
                    </a:ext>
                  </a:extLst>
                </a:gridCol>
                <a:gridCol w="2863966">
                  <a:extLst>
                    <a:ext uri="{9D8B030D-6E8A-4147-A177-3AD203B41FA5}">
                      <a16:colId xmlns:a16="http://schemas.microsoft.com/office/drawing/2014/main" val="3207381873"/>
                    </a:ext>
                  </a:extLst>
                </a:gridCol>
              </a:tblGrid>
              <a:tr h="1379137">
                <a:tc>
                  <a:txBody>
                    <a:bodyPr/>
                    <a:lstStyle/>
                    <a:p>
                      <a:endParaRPr lang="ko-KR" altLang="en-US" sz="3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OSI Model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Layer Number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TCP/IP</a:t>
                      </a:r>
                      <a:br>
                        <a:rPr lang="en-US" altLang="ko-KR" sz="3000" dirty="0"/>
                      </a:br>
                      <a:r>
                        <a:rPr lang="en-US" altLang="ko-KR" sz="3000" dirty="0"/>
                        <a:t>Layer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Other</a:t>
                      </a:r>
                      <a:br>
                        <a:rPr lang="en-US" altLang="ko-KR" sz="3000" dirty="0"/>
                      </a:br>
                      <a:r>
                        <a:rPr lang="en-US" altLang="ko-KR" sz="3000" dirty="0"/>
                        <a:t>Protocol</a:t>
                      </a:r>
                      <a:endParaRPr lang="ko-KR" alt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290019"/>
                  </a:ext>
                </a:extLst>
              </a:tr>
              <a:tr h="782695">
                <a:tc>
                  <a:txBody>
                    <a:bodyPr/>
                    <a:lstStyle/>
                    <a:p>
                      <a:r>
                        <a:rPr lang="en-US" altLang="ko-KR" sz="3000" dirty="0"/>
                        <a:t>Alligator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Application</a:t>
                      </a:r>
                      <a:endParaRPr lang="ko-KR" altLang="en-US" sz="30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L7(Firewall)</a:t>
                      </a:r>
                      <a:endParaRPr lang="ko-KR" altLang="en-US" sz="30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HTTP</a:t>
                      </a:r>
                      <a:endParaRPr lang="ko-KR" altLang="en-US" sz="30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HTTPS, FTP, Telnet, SSH, DNS,..</a:t>
                      </a:r>
                      <a:endParaRPr lang="ko-KR" alt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927979"/>
                  </a:ext>
                </a:extLst>
              </a:tr>
              <a:tr h="77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Pet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Presentation</a:t>
                      </a:r>
                      <a:endParaRPr lang="ko-KR" altLang="en-US" sz="3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30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3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3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481261"/>
                  </a:ext>
                </a:extLst>
              </a:tr>
              <a:tr h="7648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Steve’s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Session</a:t>
                      </a:r>
                      <a:endParaRPr lang="ko-KR" altLang="en-US" sz="3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3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3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909661"/>
                  </a:ext>
                </a:extLst>
              </a:tr>
              <a:tr h="7826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Touch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Transport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L4(NAT)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TCP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UDP, ICMP(?),..</a:t>
                      </a:r>
                      <a:endParaRPr lang="ko-KR" alt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775365"/>
                  </a:ext>
                </a:extLst>
              </a:tr>
              <a:tr h="7826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Not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Network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L3(Router)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IP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IP6, ARP(?),..</a:t>
                      </a:r>
                      <a:endParaRPr lang="ko-KR" alt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547978"/>
                  </a:ext>
                </a:extLst>
              </a:tr>
              <a:tr h="7826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Do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Data Link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L2(Switch)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Ethernet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PPP, HDLC,..</a:t>
                      </a:r>
                      <a:endParaRPr lang="ko-KR" alt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678376"/>
                  </a:ext>
                </a:extLst>
              </a:tr>
              <a:tr h="7826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Please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000" dirty="0"/>
                        <a:t>Physical</a:t>
                      </a:r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3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165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294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69</Words>
  <Application>Microsoft Office PowerPoint</Application>
  <PresentationFormat>와이드스크린</PresentationFormat>
  <Paragraphs>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현빈 윤</dc:creator>
  <cp:lastModifiedBy>현빈 윤</cp:lastModifiedBy>
  <cp:revision>4</cp:revision>
  <dcterms:created xsi:type="dcterms:W3CDTF">2026-03-18T07:45:02Z</dcterms:created>
  <dcterms:modified xsi:type="dcterms:W3CDTF">2026-03-18T08:46:47Z</dcterms:modified>
</cp:coreProperties>
</file>